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ℕ ⊂ ℤ ⊂ ℚ ⊂ ℝ, and the irrationals complete ℝ.
• Every real number is one point on the line; left means smaller.
• |a − b| is the distance between a and b.
Calculus works with real numbers. They grow in layers: the natural numbers (1, 2, 3, …) count things; the integers add zero and the negatives; the rationals are every fraction p/q with q ≠ 0, such as 3/4 or −2.5; and the irrationals, such as √2 or π, fill the gaps that fractions leave. Rationals and irrationals together make the real numbers, ℝ.
Every real number is exactly one point on the number line, and every point is a real number. The line has an order: a &lt; b means a is to the left of b. For any two numbers exactly one is true: a &lt; b, a = b, or a &gt; b. That simple fact is what makes inequalities possible.
The absolute value |a| is the distance from a to 0, so it is never negative: |−7| = 7 and |7| = 7. More generally, |a − b| is the distance between a and b. Keep this picture; it turns absolute value problems into questions about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Move everything to one side: P(x) = 0.
• The degree is the highest power after simplifying.
• Degree n means at most n real roots; check roots by substitution.
An equation states that two expressions are equal. When both sides are polynomials, you can move everything to one side and get P(x) = 0. The degree of the equation is the highest power of x left after simplifying: 4x³ − x + 2 = 0 has degree 3.
A root (or zero) is a value of x that makes the equation true. To check a candidate, substitute it: x = 2 is a root of x³ − 2x² + x − 2 = 0 because 8 − 8 + 2 − 2 = 0. An equation of degree n has at most n real roots, so a quadratic never has three.
Simplify before you judge the degree. x² + 3x = x² − 5 looks quadratic, but the x² terms cancel and it is really 3x + 5 = 0, a linear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Linear: one root, x = −b/a.
• Quadratic: factor, isolate x², or use the formula.
• Δ = b² − 4ac decides 2, 1, or 0 real roots; in word problems discard roots that make no sense.
A linear equation ax + b = 0 (a ≠ 0) has exactly one root, x = −b/a. Most word problems become linear once you name the unknown. If a bike rental costs 6 plus 1.5 per hour and you paid 15, then 6 + 1.5h = 15, so h = 6 hours.
A quadratic ax² + bx + c = 0 can be solved three ways. If it factors, use the zero product rule: (x − 2)(x + 7) = 0 means x = 2 or x = −7. If there is no x term, isolate x²: x² = 49 gives x = ±7. Otherwise use the formula x = (−b ± √(b² − 4ac)) / 2a.
The discriminant Δ = b² − 4ac tells you how many real roots to expect before you compute them: two if Δ &gt; 0, one (repeated) if Δ = 0, none if Δ &lt; 0. A garden that is 3 m longer than wide with area 40 m² gives w(w + 3) = 40, so w² + 3w − 40 = 0 = (w + 8)(w − 5); only w = 5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Rational root candidates: ± (divisors of the constant) / (divisors of the leading coefficient).
• Remainder 0 in synthetic division means you found a root.
• After squaring or clearing denominators, check every answer.
For a polynomial with integer coefficients, any rational root p/q has p dividing the constant term and q dividing the leading coefficient. That gives a short list of candidates. For x³ − 2x² − 5x + 6 = 0 the candidates are ±1, ±2, ±3, ±6, and x = 1 works.
Once you know a root r, divide by (x − r) with synthetic division (Ruffini's rule). The quotient has one degree less, and you repeat until you reach a quadratic you can solve. Here the quotient is x² − x − 6 = (x − 3)(x + 2), so the roots are 1, 3, and −2.
Equations with a radical, an absolute value, or x in a denominator need one extra step: check every answer in the original equation. Squaring √(x + 7) = x − 5 gives x² − 11x + 18 = 0, so x = 9 or x = 2, but only x = 9 works; x = 2 is extraneous. And a value that makes a denominator zero is never a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 ] includes the endpoint, ( ) excludes it; ∞ always takes ( ).
• Filled dot = included, hollow dot = excluded.
• "or" is a union ∪; "and" is an intersection ∩.
An inequality compares two expressions with &lt;, ≤, &gt;, or ≥. Its solution is usually not one number but a whole set of them, which we draw on the number line and write with intervals.
A square bracket includes the endpoint and a parenthesis excludes it: [2, 5] is 2 ≤ x ≤ 5, (2, 5) is 2 &lt; x &lt; 5, and [2, 5) is 2 ≤ x &lt; 5. On the line, a filled dot means included and a hollow dot means excluded. Infinity is not a number you can reach, so it always gets a parenthesis: x ≥ 3 is [3, ∞).
Solutions in separate pieces are joined with the union symbol ∪: (−∞, −1) ∪ (4, ∞) means "x &lt; −1 or x &gt; 4". When two conditions must both hold, keep only their overlap, the intersection ∩. All real numbers is ℝ = (−∞, ∞), and no solution at all is the empty set 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Add, subtract, or multiply by a positive: the sign stays.
• Multiply or divide by a negative: flip the sign.
• Check one value from your answer in the original inequality.
You solve a linear inequality almost like an equation. Adding or subtracting the same number on both sides keeps the inequality. Multiplying or dividing by a positive number keeps it too. The one new rule: multiplying or dividing by a negative number reverses the sign. From −2 &lt; 3, multiplying by −1 gives 2 &gt; −3.
Example: 4 − 3x ≤ 10. Subtract 4: −3x ≤ 6. Divide by −3 and flip: x ≥ −2, that is [−2, ∞). Check with x = 0: 4 ≤ 10 is true, and 0 is in the answer. A double inequality such as 1 ≤ 2x − 3 &lt; 7 is solved on all three parts at once: 4 ≤ 2x &lt; 10, so 2 ≤ x &lt; 5.
Comparisons in daily life are inequalities. A gym charges 30 to join plus 2 per visit; another charges 5 per visit. The first is cheaper when 30 + 2v &lt; 5v, that is 30 &lt; 3v, so v &gt; 10 visits.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Zero on one side, factor, find critical points, test one value per interval.
• ≤ or ≥ include the zeros of the numerator; &lt; or &gt; exclude them.
• Zeros of a denominator are always excluded.
For anything beyond linear, use a sign chart. Step 1: move everything to one side so the other side is 0. Step 2: factor. Step 3: find the critical points, where a factor is zero. Step 4: they split the line into intervals; on each one the expression keeps one sign, so one test value per interval is enough. Step 5: keep the intervals with the sign you need.
Example: x² + x − 12 &gt; 0 factors as (x + 4)(x − 3) &gt; 0. Critical points −4 and 3. Test −5: (−1)(−8) &gt; 0 ✓. Test 0: (4)(−3) &lt; 0 ✗. Test 4: (8)(1) &gt; 0 ✓. The answer is (−∞, −4) ∪ (3, ∞), with open ends because the inequality is strict.
With fractions, never multiply both sides by an expression whose sign you do not know. Instead subtract to get 0 on one side and combine into one fraction. The zeros of the denominator are also critical points, and they are always excluded. For (x − 1)/(x + 2) ≤ 0 the answer is (−2, 1]: −2 is excluded even though the inequality has 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|x − a| &lt; r → a − r &lt; x &lt; a + r (one interval).
• |x − a| &gt; r → x &lt; a − r or x &gt; a + r (a union).
• A system keeps the intersection of the solutions.
Read |x − a| as "the distance from x to a". Then |x − a| &lt; r means x is closer than r to a: a − r &lt; x &lt; a + r, one interval. And |x − a| &gt; r means x is further than r from a: x &lt; a − r or x &gt; a + r, two pieces. For |x − 1| ≤ 4: −3 ≤ x ≤ 5. For |x + 2| &gt; 3, that is |x − (−2)| &gt; 3: x &lt; −5 or x &gt; 1.
Tolerances are absolute value inequalities. A recipe needs 180 °C give or take 5 degrees: |T − 180| ≤ 5, so 175 ≤ T ≤ 185. When there is a number in front of x, divide at the end: |2x − 3| &lt; 5 gives −5 &lt; 2x − 3 &lt; 5, so −1 &lt; x &lt; 4.
A system of inequalities asks for the values that satisfy all of them at once. Solve each one, draw them on the same line, and keep the overlap. For x + 1 &gt; −2 and 3x ≤ 6, you get x &gt; −3 and x ≤ 2, so (−3, 2]. If the pieces do not overlap, the system has no solution, ∅. With two variables, each inequality is a half-plane, and the solution is the region they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0 on one side the signs of the factors mean nothing, so that step always comes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 — √7 is irrational: it is a real number but not a fraction.
2. B — x² − x = x² + 4 simplifies to −x − 4 = 0: degree 1.
3. B — Δ = 16 − 16 = 0. In fact 4x² − 4x + 1 = (2x − 1)², so x = 1/2.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EA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6A8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Study Lab · Calculus 1 · Week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9319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Calculus 1 · Week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31920" y="2834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and inequalities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The real numbers and the number 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ℕ ⊂ ℤ ⊂ ℚ ⊂ ℝ, and the irrationals complete ℝ.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n-real-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179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the number line as a long street where every address exists, even 2.5 and √2. "Less than" just means "further west".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Equations, degree, and roots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everything to one side: P(x) = 0.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degree is the highest power after simplifying.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n means at most n real roots; check roots by substitution.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equation is a balance scale. Whatever you do to one pan, you do to the other, and the scale stays level.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Linear and quadratic equations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Linear: one root, x = −b/a.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Quadratic: factor, isolate x², or use the formula.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b² − 4ac decides 2, 1, or 0 real roots; in word problems discard roots that make no sense.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discriminant is a weather forecast for roots: you learn whether to expect two, one, or none before you go out and compute.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Higher-degree and special equations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 root candidates: ± (divisors of the constant) / (divisors of the leading coefficient).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Remainder 0 in synthetic division means you found a root.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squaring or clearing denominators, check every answer.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division is like peeling an onion: each root you find removes one layer, until the core is a quadratic.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· Inequalities and interval notation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includes the endpoint, ( ) excludes it; ∞ always takes ( ).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n-number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2631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bracket is a closed door you can stand in; a parenthesis is a door you can walk up to but never step through.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Properties and linear inequalities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subtract, or multiply by a positive: the sign stays.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or divide by a negative: flip the sign.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one value from your answer in the original inequality.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Multiplying by a negative number is like looking in a mirror: left and right swap, so "smaller" becomes "larger".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· Polynomial and rational inequalities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on one side, factor, find critical points, test one value per interval.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n-sign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4307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points are the traffic lights of the number line. Between two lights the colour cannot change, so you only need to look once per block.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 · Absolute value and systems of inequalities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|x − a| &lt; r → a − r &lt; x &lt; a + r (one interval).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n-abs-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|x − a| &lt; r is a dog on a leash of length r tied at a: it can be anywhere within r of the post, on either side.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914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of a sign 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0200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everything to one side: x² + 2x − 3 &gt;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44952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85032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Factor: (x + 3)(x − 1) &gt;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9784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9864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critical points −3 and 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14616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54696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−4, 0, and 2 in the factors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99448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99448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positive intervals: (−∞, −3) ∪ (1, ∞)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0972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Which set contains √7?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" y="1783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The integers ℤ      B) The rationals ℚ      C) The reals 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6974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degree of x(x − 1) = x² + 4?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2      B) 1      C)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2976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many real roots has 4x² − 4x + 1 = 0?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Two      B) One (repeated)      C) None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897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in the speaker notes.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Equations warm-up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inequalities and intervals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charts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value, systems, and a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Inequality Lab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and inequalities · SE Study Lab</dc:title>
  <dc:subject>PptxGenJS Presentation</dc:subject>
  <dc:creator>PptxGenJS</dc:creator>
  <cp:lastModifiedBy>PptxGenJS</cp:lastModifiedBy>
  <cp:revision>1</cp:revision>
  <dcterms:created xsi:type="dcterms:W3CDTF">2026-10-29T20:41:53Z</dcterms:created>
  <dcterms:modified xsi:type="dcterms:W3CDTF">2026-10-29T20:41:53Z</dcterms:modified>
</cp:coreProperties>
</file>